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1" r:id="rId4"/>
    <p:sldId id="258" r:id="rId5"/>
    <p:sldId id="263" r:id="rId6"/>
    <p:sldId id="262" r:id="rId7"/>
  </p:sldIdLst>
  <p:sldSz cx="9144000" cy="6858000" type="screen4x3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7" autoAdjust="0"/>
    <p:restoredTop sz="94660"/>
  </p:normalViewPr>
  <p:slideViewPr>
    <p:cSldViewPr snapToGrid="0">
      <p:cViewPr varScale="1">
        <p:scale>
          <a:sx n="38" d="100"/>
          <a:sy n="38" d="100"/>
        </p:scale>
        <p:origin x="936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4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77" indent="0" algn="ctr">
              <a:buNone/>
              <a:defRPr sz="2000"/>
            </a:lvl2pPr>
            <a:lvl3pPr marL="914354" indent="0" algn="ctr">
              <a:buNone/>
              <a:defRPr sz="1801"/>
            </a:lvl3pPr>
            <a:lvl4pPr marL="1371531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3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7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36119-5AA5-46A7-A92D-48FC43073F77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76B86-B716-49BD-89B5-DD5373B190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722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36119-5AA5-46A7-A92D-48FC43073F77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76B86-B716-49BD-89B5-DD5373B190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6589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90" y="1709743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90" y="4589468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177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1">
                <a:solidFill>
                  <a:schemeClr val="tx1">
                    <a:tint val="75000"/>
                  </a:schemeClr>
                </a:solidFill>
              </a:defRPr>
            </a:lvl3pPr>
            <a:lvl4pPr marL="13715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36119-5AA5-46A7-A92D-48FC43073F77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76B86-B716-49BD-89B5-DD5373B190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510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1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36119-5AA5-46A7-A92D-48FC43073F77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76B86-B716-49BD-89B5-DD5373B190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291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3" y="365129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4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7" indent="0">
              <a:buNone/>
              <a:defRPr sz="2000" b="1"/>
            </a:lvl2pPr>
            <a:lvl3pPr marL="914354" indent="0">
              <a:buNone/>
              <a:defRPr sz="1801" b="1"/>
            </a:lvl3pPr>
            <a:lvl4pPr marL="1371531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3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7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4" y="1681164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7" indent="0">
              <a:buNone/>
              <a:defRPr sz="2000" b="1"/>
            </a:lvl2pPr>
            <a:lvl3pPr marL="914354" indent="0">
              <a:buNone/>
              <a:defRPr sz="1801" b="1"/>
            </a:lvl3pPr>
            <a:lvl4pPr marL="1371531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3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7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4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36119-5AA5-46A7-A92D-48FC43073F77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76B86-B716-49BD-89B5-DD5373B190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993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36119-5AA5-46A7-A92D-48FC43073F77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76B86-B716-49BD-89B5-DD5373B190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586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36119-5AA5-46A7-A92D-48FC43073F77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76B86-B716-49BD-89B5-DD5373B190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23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2" y="457200"/>
            <a:ext cx="294917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4" y="987430"/>
            <a:ext cx="462915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2" y="2057400"/>
            <a:ext cx="2949179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7" indent="0">
              <a:buNone/>
              <a:defRPr sz="1401"/>
            </a:lvl2pPr>
            <a:lvl3pPr marL="914354" indent="0">
              <a:buNone/>
              <a:defRPr sz="1200"/>
            </a:lvl3pPr>
            <a:lvl4pPr marL="1371531" indent="0">
              <a:buNone/>
              <a:defRPr sz="1001"/>
            </a:lvl4pPr>
            <a:lvl5pPr marL="1828709" indent="0">
              <a:buNone/>
              <a:defRPr sz="1001"/>
            </a:lvl5pPr>
            <a:lvl6pPr marL="2285886" indent="0">
              <a:buNone/>
              <a:defRPr sz="1001"/>
            </a:lvl6pPr>
            <a:lvl7pPr marL="2743063" indent="0">
              <a:buNone/>
              <a:defRPr sz="1001"/>
            </a:lvl7pPr>
            <a:lvl8pPr marL="3200240" indent="0">
              <a:buNone/>
              <a:defRPr sz="1001"/>
            </a:lvl8pPr>
            <a:lvl9pPr marL="3657417" indent="0">
              <a:buNone/>
              <a:defRPr sz="100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36119-5AA5-46A7-A92D-48FC43073F77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76B86-B716-49BD-89B5-DD5373B190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021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2" y="457200"/>
            <a:ext cx="294917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4" y="987430"/>
            <a:ext cx="4629151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177" indent="0">
              <a:buNone/>
              <a:defRPr sz="2800"/>
            </a:lvl2pPr>
            <a:lvl3pPr marL="914354" indent="0">
              <a:buNone/>
              <a:defRPr sz="2400"/>
            </a:lvl3pPr>
            <a:lvl4pPr marL="1371531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3" indent="0">
              <a:buNone/>
              <a:defRPr sz="2000"/>
            </a:lvl7pPr>
            <a:lvl8pPr marL="3200240" indent="0">
              <a:buNone/>
              <a:defRPr sz="2000"/>
            </a:lvl8pPr>
            <a:lvl9pPr marL="3657417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2" y="2057400"/>
            <a:ext cx="2949179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7" indent="0">
              <a:buNone/>
              <a:defRPr sz="1401"/>
            </a:lvl2pPr>
            <a:lvl3pPr marL="914354" indent="0">
              <a:buNone/>
              <a:defRPr sz="1200"/>
            </a:lvl3pPr>
            <a:lvl4pPr marL="1371531" indent="0">
              <a:buNone/>
              <a:defRPr sz="1001"/>
            </a:lvl4pPr>
            <a:lvl5pPr marL="1828709" indent="0">
              <a:buNone/>
              <a:defRPr sz="1001"/>
            </a:lvl5pPr>
            <a:lvl6pPr marL="2285886" indent="0">
              <a:buNone/>
              <a:defRPr sz="1001"/>
            </a:lvl6pPr>
            <a:lvl7pPr marL="2743063" indent="0">
              <a:buNone/>
              <a:defRPr sz="1001"/>
            </a:lvl7pPr>
            <a:lvl8pPr marL="3200240" indent="0">
              <a:buNone/>
              <a:defRPr sz="1001"/>
            </a:lvl8pPr>
            <a:lvl9pPr marL="3657417" indent="0">
              <a:buNone/>
              <a:defRPr sz="100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36119-5AA5-46A7-A92D-48FC43073F77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76B86-B716-49BD-89B5-DD5373B190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4184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36119-5AA5-46A7-A92D-48FC43073F77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76B86-B716-49BD-89B5-DD5373B190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740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7" y="365127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2" y="365127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36119-5AA5-46A7-A92D-48FC43073F77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76B86-B716-49BD-89B5-DD5373B190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9897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1" y="365129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1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1" y="635635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B36119-5AA5-46A7-A92D-48FC43073F77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1" y="6356355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1" y="635635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F76B86-B716-49BD-89B5-DD5373B190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904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7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3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1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7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177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1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3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7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Jon.Brodziak@noaa.gov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14EF1-92EF-4DEC-938F-F601FAAB0E6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Simulating Observation Error in Dirichlet-Multinomial</a:t>
            </a:r>
            <a:br>
              <a:rPr lang="en-US" dirty="0"/>
            </a:br>
            <a:r>
              <a:rPr lang="en-US" dirty="0"/>
              <a:t>Composition Samples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914373-7A0C-49C7-AB6A-C4CB7CAF27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Jon Brodziak</a:t>
            </a:r>
          </a:p>
          <a:p>
            <a:r>
              <a:rPr lang="en-US" dirty="0">
                <a:hlinkClick r:id="rId2"/>
              </a:rPr>
              <a:t>Jon.Brodziak@noaa.gov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08277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62BF8-79D4-48EB-9AAC-7958F9988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3" y="-2666998"/>
            <a:ext cx="7886700" cy="1478604"/>
          </a:xfrm>
        </p:spPr>
        <p:txBody>
          <a:bodyPr/>
          <a:lstStyle/>
          <a:p>
            <a:pPr algn="ctr"/>
            <a:r>
              <a:rPr lang="en-US" dirty="0"/>
              <a:t>Randomly Generate Sample Sizes for Observed Composition Data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779CB8-EAA7-4652-B048-F6572D0358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8783" y="73458"/>
            <a:ext cx="6007585" cy="6711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2858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62BF8-79D4-48EB-9AAC-7958F9988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165" y="1"/>
            <a:ext cx="8065406" cy="870858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Generate DM Total Concentration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1DCC30-00C9-4CE9-9734-5D6D180B9E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54112"/>
            <a:ext cx="9144000" cy="4945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508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A372BF2-206F-4558-A1A7-208E65B65D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072" y="991073"/>
            <a:ext cx="7623592" cy="5866926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5CF4D837-2443-4AC9-BBE5-F8641F9A2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165" y="1"/>
            <a:ext cx="8065406" cy="870858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Generate Observed Proportion</a:t>
            </a:r>
          </a:p>
        </p:txBody>
      </p:sp>
    </p:spTree>
    <p:extLst>
      <p:ext uri="{BB962C8B-B14F-4D97-AF65-F5344CB8AC3E}">
        <p14:creationId xmlns:p14="http://schemas.microsoft.com/office/powerpoint/2010/main" val="36502769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0F0ECA4-FEE5-48CE-B8F1-F0EE952EB5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70859"/>
            <a:ext cx="9097290" cy="5601605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1F1279EB-86B5-4374-A7BF-8AEFD2E76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165" y="1"/>
            <a:ext cx="8065406" cy="870858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Generate DM Concentration Vector</a:t>
            </a:r>
          </a:p>
        </p:txBody>
      </p:sp>
    </p:spTree>
    <p:extLst>
      <p:ext uri="{BB962C8B-B14F-4D97-AF65-F5344CB8AC3E}">
        <p14:creationId xmlns:p14="http://schemas.microsoft.com/office/powerpoint/2010/main" val="17955625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30F2D8B-982C-4C72-B0A5-ADD1EE99FA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019" y="857252"/>
            <a:ext cx="7033610" cy="6004792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7BCD8499-3285-4CA4-AF5E-E71B69BA0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165" y="1"/>
            <a:ext cx="8065406" cy="870858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Generate Observed Composition Data</a:t>
            </a:r>
          </a:p>
        </p:txBody>
      </p:sp>
    </p:spTree>
    <p:extLst>
      <p:ext uri="{BB962C8B-B14F-4D97-AF65-F5344CB8AC3E}">
        <p14:creationId xmlns:p14="http://schemas.microsoft.com/office/powerpoint/2010/main" val="7347677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</TotalTime>
  <Words>40</Words>
  <Application>Microsoft Office PowerPoint</Application>
  <PresentationFormat>On-screen Show (4:3)</PresentationFormat>
  <Paragraphs>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Simulating Observation Error in Dirichlet-Multinomial Composition Samples </vt:lpstr>
      <vt:lpstr>Randomly Generate Sample Sizes for Observed Composition Data</vt:lpstr>
      <vt:lpstr>Generate DM Total Concentration</vt:lpstr>
      <vt:lpstr>Generate Observed Proportion</vt:lpstr>
      <vt:lpstr>Generate DM Concentration Vector</vt:lpstr>
      <vt:lpstr>Generate Observed Composition Data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Simulating Observation Error in Dirichlet-Multinomial Composition Samples </dc:title>
  <dc:creator>Jon Brodziak</dc:creator>
  <cp:lastModifiedBy>Jon Brodziak</cp:lastModifiedBy>
  <cp:revision>6</cp:revision>
  <dcterms:created xsi:type="dcterms:W3CDTF">2026-05-14T02:54:45Z</dcterms:created>
  <dcterms:modified xsi:type="dcterms:W3CDTF">2026-05-14T03:22:42Z</dcterms:modified>
</cp:coreProperties>
</file>